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3"/>
    <p:sldId id="257" r:id="rId4"/>
    <p:sldId id="268" r:id="rId5"/>
    <p:sldId id="260" r:id="rId6"/>
    <p:sldId id="261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927"/>
    <a:srgbClr val="F1F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580" y="1543685"/>
            <a:ext cx="11776075" cy="2767330"/>
          </a:xfrm>
        </p:spPr>
        <p:txBody>
          <a:bodyPr>
            <a:noAutofit/>
          </a:bodyPr>
          <a:p>
            <a:pPr algn="ctr"/>
            <a:r>
              <a:rPr lang="zh-CN" altLang="en-US" sz="80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计算机学院</a:t>
            </a:r>
            <a:br>
              <a:rPr lang="zh-CN" altLang="en-US" sz="80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80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教工第二党支部</a:t>
            </a:r>
            <a:r>
              <a:rPr lang="zh-CN" sz="80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主题党日</a:t>
            </a:r>
            <a:r>
              <a:rPr lang="en-US" altLang="zh-CN" sz="80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endParaRPr lang="en-US" altLang="zh-CN" sz="80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000" y="2459355"/>
            <a:ext cx="11344275" cy="3964940"/>
          </a:xfrm>
        </p:spPr>
        <p:txBody>
          <a:bodyPr>
            <a:noAutofit/>
          </a:bodyPr>
          <a:p>
            <a:r>
              <a:rPr lang="zh-CN" altLang="en-US" sz="71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计算机学院教工第二党支部</a:t>
            </a:r>
            <a:br>
              <a:rPr lang="en-US" altLang="zh-CN" sz="71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</a:br>
            <a:r>
              <a:rPr lang="en-US" altLang="zh-CN" sz="71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            </a:t>
            </a:r>
            <a:r>
              <a:rPr lang="zh-CN" altLang="en-US" sz="71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  <a:sym typeface="+mn-ea"/>
              </a:rPr>
              <a:t>委员会</a:t>
            </a:r>
            <a:r>
              <a:rPr lang="zh-CN" altLang="en-US" sz="71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会议</a:t>
            </a:r>
            <a:r>
              <a:rPr lang="en-US" altLang="zh-CN" sz="71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 </a:t>
            </a:r>
            <a:br>
              <a:rPr lang="en-US" altLang="zh-CN" sz="71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</a:br>
            <a:r>
              <a:rPr lang="en-US" altLang="zh-CN" sz="7100">
                <a:solidFill>
                  <a:schemeClr val="bg1"/>
                </a:solidFill>
                <a:latin typeface="华文隶书" panose="02010800040101010101" charset="-122"/>
                <a:ea typeface="华文隶书" panose="02010800040101010101" charset="-122"/>
              </a:rPr>
              <a:t>                 </a:t>
            </a:r>
            <a:endParaRPr lang="en-US" altLang="zh-CN" sz="7100">
              <a:solidFill>
                <a:schemeClr val="bg1"/>
              </a:solidFill>
              <a:latin typeface="华文隶书" panose="02010800040101010101" charset="-122"/>
              <a:ea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651953"/>
            <a:ext cx="9144000" cy="2387600"/>
          </a:xfrm>
        </p:spPr>
        <p:txBody>
          <a:bodyPr/>
          <a:p>
            <a:r>
              <a:rPr lang="zh-CN" altLang="en-US" b="1">
                <a:solidFill>
                  <a:schemeClr val="bg1"/>
                </a:solidFill>
              </a:rPr>
              <a:t>计算机学院教工第二支部主题党日活动</a:t>
            </a:r>
            <a:endParaRPr lang="zh-CN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240030"/>
            <a:ext cx="12192000" cy="1553210"/>
          </a:xfrm>
        </p:spPr>
        <p:txBody>
          <a:bodyPr>
            <a:noAutofit/>
          </a:bodyPr>
          <a:p>
            <a:r>
              <a:rPr lang="zh-CN" altLang="en-US" sz="6600">
                <a:solidFill>
                  <a:srgbClr val="FFFF00"/>
                </a:solidFill>
                <a:latin typeface="华文隶书" panose="02010800040101010101" charset="-122"/>
                <a:ea typeface="华文隶书" panose="02010800040101010101" charset="-122"/>
              </a:rPr>
              <a:t>计算机学院教工支部</a:t>
            </a:r>
            <a:r>
              <a:rPr lang="zh-CN" altLang="en-US" sz="6600">
                <a:solidFill>
                  <a:srgbClr val="FFFF00"/>
                </a:solidFill>
                <a:latin typeface="华文隶书" panose="02010800040101010101" charset="-122"/>
                <a:ea typeface="华文隶书" panose="02010800040101010101" charset="-122"/>
                <a:sym typeface="+mn-ea"/>
              </a:rPr>
              <a:t>委员会</a:t>
            </a:r>
            <a:r>
              <a:rPr lang="zh-CN" altLang="en-US" sz="6600">
                <a:solidFill>
                  <a:srgbClr val="FFFF00"/>
                </a:solidFill>
                <a:latin typeface="华文隶书" panose="02010800040101010101" charset="-122"/>
                <a:ea typeface="华文隶书" panose="02010800040101010101" charset="-122"/>
              </a:rPr>
              <a:t>会议</a:t>
            </a:r>
            <a:r>
              <a:rPr lang="en-US" altLang="zh-CN" sz="6600">
                <a:solidFill>
                  <a:srgbClr val="FFFF00"/>
                </a:solidFill>
                <a:latin typeface="华文隶书" panose="02010800040101010101" charset="-122"/>
                <a:ea typeface="华文隶书" panose="02010800040101010101" charset="-122"/>
              </a:rPr>
              <a:t>             </a:t>
            </a:r>
            <a:endParaRPr lang="en-US" altLang="zh-CN" sz="6600">
              <a:solidFill>
                <a:srgbClr val="FFFF00"/>
              </a:solidFill>
              <a:latin typeface="华文隶书" panose="02010800040101010101" charset="-122"/>
              <a:ea typeface="华文隶书" panose="020108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A3YWE0NWQyODM0N2NkNDBiNjg3NGY1NzIzYmQ0NjAifQ=="/>
  <p:tag name="KSO_WPP_MARK_KEY" val="6aba8e3e-49bb-4555-8f84-572d78418145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WPS 演示</Application>
  <PresentationFormat>宽屏</PresentationFormat>
  <Paragraphs>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7" baseType="lpstr">
      <vt:lpstr>Arial</vt:lpstr>
      <vt:lpstr>宋体</vt:lpstr>
      <vt:lpstr>Wingdings</vt:lpstr>
      <vt:lpstr>黑体</vt:lpstr>
      <vt:lpstr>华文隶书</vt:lpstr>
      <vt:lpstr>华光大标宋_CNKI</vt:lpstr>
      <vt:lpstr>微软雅黑</vt:lpstr>
      <vt:lpstr>Calibri</vt:lpstr>
      <vt:lpstr>Arial Unicode MS</vt:lpstr>
      <vt:lpstr>华文仿宋</vt:lpstr>
      <vt:lpstr>华光黑变_CNKI</vt:lpstr>
      <vt:lpstr>华光黑体_CNKI</vt:lpstr>
      <vt:lpstr>华光魏体_CNKI</vt:lpstr>
      <vt:lpstr>华文中宋</vt:lpstr>
      <vt:lpstr>华文宋体</vt:lpstr>
      <vt:lpstr>华文新魏</vt:lpstr>
      <vt:lpstr>华文楷体</vt:lpstr>
      <vt:lpstr>华文细黑</vt:lpstr>
      <vt:lpstr>华文琥珀</vt:lpstr>
      <vt:lpstr>华文行楷</vt:lpstr>
      <vt:lpstr>幼圆</vt:lpstr>
      <vt:lpstr>Office 主题</vt:lpstr>
      <vt:lpstr>计算机学院 教工第二党支部党员会议             </vt:lpstr>
      <vt:lpstr>计算机学院教工第二党支部             委员会会议                   2023.7.16</vt:lpstr>
      <vt:lpstr>计算机学院教职工党支部第二党小组会议</vt:lpstr>
      <vt:lpstr>PowerPoint 演示文稿</vt:lpstr>
      <vt:lpstr>计算机学院教工支部委员会会议     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Guanli</dc:creator>
  <cp:lastModifiedBy>马飞</cp:lastModifiedBy>
  <cp:revision>37</cp:revision>
  <dcterms:created xsi:type="dcterms:W3CDTF">2021-10-30T06:34:00Z</dcterms:created>
  <dcterms:modified xsi:type="dcterms:W3CDTF">2025-08-31T00:34:06Z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BE7BFCD414AF47ACA25B5C6CF556595F</vt:lpwstr>
  </property>
  <property fmtid="{D5CDD505-2E9C-101B-9397-08002B2CF9AE}" pid="3" name="KSOProductBuildVer">
    <vt:lpwstr>2052-12.1.0.22525</vt:lpwstr>
  </property>
</Properties>
</file>