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2" r:id="rId3"/>
    <p:sldId id="263" r:id="rId4"/>
    <p:sldId id="256" r:id="rId5"/>
    <p:sldId id="264" r:id="rId6"/>
    <p:sldId id="259" r:id="rId7"/>
    <p:sldId id="260" r:id="rId8"/>
    <p:sldId id="257" r:id="rId9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F4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gs" Target="tags/tag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 3073"/>
          <p:cNvSpPr>
            <a:spLocks noGrp="1"/>
          </p:cNvSpPr>
          <p:nvPr>
            <p:ph type="ctrTitle"/>
          </p:nvPr>
        </p:nvSpPr>
        <p:spPr>
          <a:xfrm>
            <a:off x="1722755" y="2206625"/>
            <a:ext cx="9001125" cy="2149475"/>
          </a:xfrm>
        </p:spPr>
        <p:txBody>
          <a:bodyPr anchor="ctr" anchorCtr="0">
            <a:normAutofit fontScale="90000"/>
          </a:bodyPr>
          <a:lstStyle/>
          <a:p>
            <a:pPr defTabSz="914400">
              <a:buClrTx/>
              <a:buSzTx/>
              <a:buFontTx/>
              <a:buNone/>
            </a:pPr>
            <a:r>
              <a:rPr lang="zh-CN" altLang="zh-CN" sz="6600" b="1" kern="1200" baseline="0">
                <a:solidFill>
                  <a:srgbClr val="FFFF00"/>
                </a:solidFill>
                <a:latin typeface="黑体" panose="02010609060101010101" charset="-122"/>
                <a:ea typeface="黑体" panose="02010609060101010101" charset="-122"/>
                <a:cs typeface="+mj-cs"/>
              </a:rPr>
              <a:t>计算机学院</a:t>
            </a:r>
            <a:br>
              <a:rPr lang="zh-CN" altLang="zh-CN" sz="6600" b="1" kern="1200" baseline="0">
                <a:solidFill>
                  <a:srgbClr val="FFFF00"/>
                </a:solidFill>
                <a:latin typeface="黑体" panose="02010609060101010101" charset="-122"/>
                <a:ea typeface="黑体" panose="02010609060101010101" charset="-122"/>
                <a:cs typeface="+mj-cs"/>
              </a:rPr>
            </a:br>
            <a:r>
              <a:rPr lang="zh-CN" altLang="zh-CN" sz="6600" b="1" kern="1200" baseline="0">
                <a:solidFill>
                  <a:srgbClr val="FFFF00"/>
                </a:solidFill>
                <a:latin typeface="黑体" panose="02010609060101010101" charset="-122"/>
                <a:ea typeface="黑体" panose="02010609060101010101" charset="-122"/>
                <a:cs typeface="+mj-cs"/>
              </a:rPr>
              <a:t>教工第二</a:t>
            </a:r>
            <a:r>
              <a:rPr lang="zh-CN" altLang="zh-CN" sz="6600" b="1">
                <a:solidFill>
                  <a:srgbClr val="FFFF0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党</a:t>
            </a:r>
            <a:r>
              <a:rPr lang="zh-CN" altLang="zh-CN" sz="6600" b="1" kern="1200" baseline="0">
                <a:solidFill>
                  <a:srgbClr val="FFFF00"/>
                </a:solidFill>
                <a:latin typeface="黑体" panose="02010609060101010101" charset="-122"/>
                <a:ea typeface="黑体" panose="02010609060101010101" charset="-122"/>
                <a:cs typeface="+mj-cs"/>
              </a:rPr>
              <a:t>支部党员大会</a:t>
            </a:r>
            <a:endParaRPr lang="zh-CN" altLang="zh-CN" sz="6600" b="1" kern="1200" baseline="0">
              <a:solidFill>
                <a:srgbClr val="FFFF00"/>
              </a:solidFill>
              <a:latin typeface="黑体" panose="02010609060101010101" charset="-122"/>
              <a:ea typeface="黑体" panose="02010609060101010101" charset="-122"/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 3073"/>
          <p:cNvSpPr>
            <a:spLocks noGrp="1"/>
          </p:cNvSpPr>
          <p:nvPr>
            <p:ph type="ctrTitle"/>
          </p:nvPr>
        </p:nvSpPr>
        <p:spPr>
          <a:xfrm>
            <a:off x="233266" y="2290601"/>
            <a:ext cx="11513976" cy="2149475"/>
          </a:xfrm>
        </p:spPr>
        <p:txBody>
          <a:bodyPr anchor="ctr" anchorCtr="0">
            <a:normAutofit fontScale="90000"/>
          </a:bodyPr>
          <a:lstStyle/>
          <a:p>
            <a:pPr defTabSz="914400">
              <a:buClrTx/>
              <a:buSzTx/>
              <a:buFontTx/>
              <a:buNone/>
            </a:pPr>
            <a:r>
              <a:rPr lang="zh-CN" altLang="zh-CN" sz="6600" b="1" kern="1200" baseline="0" dirty="0">
                <a:solidFill>
                  <a:srgbClr val="FFFF00"/>
                </a:solidFill>
                <a:latin typeface="黑体" panose="02010609060101010101" charset="-122"/>
                <a:ea typeface="黑体" panose="02010609060101010101" charset="-122"/>
                <a:cs typeface="+mj-cs"/>
              </a:rPr>
              <a:t>计算机学院</a:t>
            </a:r>
            <a:br>
              <a:rPr lang="zh-CN" altLang="zh-CN" sz="6600" b="1" kern="1200" baseline="0" dirty="0">
                <a:solidFill>
                  <a:srgbClr val="FFFF00"/>
                </a:solidFill>
                <a:latin typeface="黑体" panose="02010609060101010101" charset="-122"/>
                <a:ea typeface="黑体" panose="02010609060101010101" charset="-122"/>
                <a:cs typeface="+mj-cs"/>
              </a:rPr>
            </a:br>
            <a:r>
              <a:rPr lang="zh-CN" altLang="zh-CN" sz="6600" b="1" kern="1200" baseline="0" dirty="0">
                <a:solidFill>
                  <a:srgbClr val="FFFF00"/>
                </a:solidFill>
                <a:latin typeface="黑体" panose="02010609060101010101" charset="-122"/>
                <a:ea typeface="黑体" panose="02010609060101010101" charset="-122"/>
                <a:cs typeface="+mj-cs"/>
              </a:rPr>
              <a:t>教工第二</a:t>
            </a:r>
            <a:r>
              <a:rPr lang="zh-CN" altLang="zh-CN" sz="6600" b="1" dirty="0" smtClean="0">
                <a:solidFill>
                  <a:srgbClr val="FFFF0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党</a:t>
            </a:r>
            <a:r>
              <a:rPr lang="zh-CN" altLang="zh-CN" sz="6600" b="1" kern="1200" baseline="0" dirty="0" smtClean="0">
                <a:solidFill>
                  <a:srgbClr val="FFFF00"/>
                </a:solidFill>
                <a:latin typeface="黑体" panose="02010609060101010101" charset="-122"/>
                <a:ea typeface="黑体" panose="02010609060101010101" charset="-122"/>
                <a:cs typeface="+mj-cs"/>
              </a:rPr>
              <a:t>支部</a:t>
            </a:r>
            <a:r>
              <a:rPr lang="zh-CN" altLang="en-US" sz="6600" b="1" kern="1200" baseline="0" dirty="0" smtClean="0">
                <a:solidFill>
                  <a:srgbClr val="FFFF00"/>
                </a:solidFill>
                <a:latin typeface="黑体" panose="02010609060101010101" charset="-122"/>
                <a:ea typeface="黑体" panose="02010609060101010101" charset="-122"/>
                <a:cs typeface="+mj-cs"/>
              </a:rPr>
              <a:t>党纪学习专题会议</a:t>
            </a:r>
            <a:endParaRPr lang="zh-CN" altLang="zh-CN" sz="6600" b="1" kern="1200" baseline="0" dirty="0">
              <a:solidFill>
                <a:srgbClr val="FFFF00"/>
              </a:solidFill>
              <a:latin typeface="黑体" panose="02010609060101010101" charset="-122"/>
              <a:ea typeface="黑体" panose="02010609060101010101" charset="-122"/>
              <a:cs typeface="+mj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75904" y="1355545"/>
            <a:ext cx="9144000" cy="2387600"/>
          </a:xfrm>
        </p:spPr>
        <p:txBody>
          <a:bodyPr>
            <a:normAutofit fontScale="90000"/>
          </a:bodyPr>
          <a:lstStyle/>
          <a:p>
            <a:pPr algn="ctr">
              <a:buClrTx/>
              <a:buSzTx/>
              <a:buFontTx/>
            </a:pPr>
            <a:r>
              <a:rPr lang="zh-CN" altLang="en-US" b="1" dirty="0">
                <a:solidFill>
                  <a:schemeClr val="bg1"/>
                </a:solidFill>
              </a:rPr>
              <a:t>计算机</a:t>
            </a:r>
            <a:r>
              <a:rPr lang="zh-CN" altLang="en-US" b="1" dirty="0" smtClean="0">
                <a:solidFill>
                  <a:schemeClr val="bg1"/>
                </a:solidFill>
              </a:rPr>
              <a:t>学院</a:t>
            </a:r>
            <a:br>
              <a:rPr lang="en-US" altLang="zh-CN" b="1" dirty="0" smtClean="0">
                <a:solidFill>
                  <a:schemeClr val="bg1"/>
                </a:solidFill>
              </a:rPr>
            </a:br>
            <a:br>
              <a:rPr lang="zh-CN" altLang="en-US" b="1" dirty="0">
                <a:solidFill>
                  <a:schemeClr val="bg1"/>
                </a:solidFill>
              </a:rPr>
            </a:br>
            <a:r>
              <a:rPr lang="zh-CN" altLang="en-US" b="1" dirty="0">
                <a:solidFill>
                  <a:schemeClr val="bg1"/>
                </a:solidFill>
              </a:rPr>
              <a:t>第二党支部</a:t>
            </a:r>
            <a:r>
              <a:rPr lang="zh-CN" altLang="en-US" b="1" dirty="0">
                <a:solidFill>
                  <a:schemeClr val="bg1"/>
                </a:solidFill>
                <a:sym typeface="+mn-ea"/>
              </a:rPr>
              <a:t>党员大会</a:t>
            </a:r>
            <a:endParaRPr lang="zh-CN" altLang="en-US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75904" y="1355545"/>
            <a:ext cx="9144000" cy="2387600"/>
          </a:xfrm>
        </p:spPr>
        <p:txBody>
          <a:bodyPr>
            <a:normAutofit fontScale="90000"/>
          </a:bodyPr>
          <a:lstStyle/>
          <a:p>
            <a:pPr algn="ctr">
              <a:buClrTx/>
              <a:buSzTx/>
              <a:buFontTx/>
            </a:pPr>
            <a:r>
              <a:rPr lang="zh-CN" altLang="en-US" b="1" dirty="0">
                <a:solidFill>
                  <a:schemeClr val="bg1"/>
                </a:solidFill>
              </a:rPr>
              <a:t>计算机</a:t>
            </a:r>
            <a:r>
              <a:rPr lang="zh-CN" altLang="en-US" b="1" dirty="0" smtClean="0">
                <a:solidFill>
                  <a:schemeClr val="bg1"/>
                </a:solidFill>
              </a:rPr>
              <a:t>学院</a:t>
            </a:r>
            <a:br>
              <a:rPr lang="en-US" altLang="zh-CN" b="1" dirty="0" smtClean="0">
                <a:solidFill>
                  <a:schemeClr val="bg1"/>
                </a:solidFill>
              </a:rPr>
            </a:br>
            <a:br>
              <a:rPr lang="zh-CN" altLang="en-US" b="1" dirty="0">
                <a:solidFill>
                  <a:schemeClr val="bg1"/>
                </a:solidFill>
              </a:rPr>
            </a:br>
            <a:r>
              <a:rPr lang="zh-CN" altLang="en-US" b="1" dirty="0">
                <a:solidFill>
                  <a:schemeClr val="bg1"/>
                </a:solidFill>
              </a:rPr>
              <a:t>教工</a:t>
            </a:r>
            <a:r>
              <a:rPr lang="zh-CN" altLang="en-US" b="1" dirty="0">
                <a:solidFill>
                  <a:schemeClr val="bg1"/>
                </a:solidFill>
              </a:rPr>
              <a:t>第二党支部</a:t>
            </a:r>
            <a:r>
              <a:rPr lang="zh-CN" altLang="en-US" b="1" dirty="0">
                <a:solidFill>
                  <a:schemeClr val="bg1"/>
                </a:solidFill>
                <a:sym typeface="+mn-ea"/>
              </a:rPr>
              <a:t>组织生活会</a:t>
            </a:r>
            <a:endParaRPr lang="zh-CN" altLang="en-US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t="-14000" b="-1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79716" y="2340179"/>
            <a:ext cx="10058400" cy="1325880"/>
          </a:xfrm>
        </p:spPr>
        <p:txBody>
          <a:bodyPr>
            <a:noAutofit/>
          </a:bodyPr>
          <a:lstStyle/>
          <a:p>
            <a:pPr algn="ctr"/>
            <a:r>
              <a:rPr lang="zh-CN" altLang="en-US" sz="5400" b="1" dirty="0" smtClean="0">
                <a:solidFill>
                  <a:srgbClr val="C00000"/>
                </a:solidFill>
                <a:latin typeface="华光大标宋_CNKI" panose="02000500000000000000" charset="-122"/>
                <a:ea typeface="华光大标宋_CNKI" panose="02000500000000000000" charset="-122"/>
                <a:cs typeface="华光大标宋_CNKI" panose="02000500000000000000" charset="-122"/>
                <a:sym typeface="+mn-ea"/>
              </a:rPr>
              <a:t>计算机学院第二党支部</a:t>
            </a:r>
            <a:r>
              <a:rPr lang="zh-CN" altLang="en-US" sz="5400" b="1" dirty="0" smtClean="0">
                <a:solidFill>
                  <a:srgbClr val="C00000"/>
                </a:solidFill>
                <a:latin typeface="华光大标宋_CNKI" panose="02000500000000000000" charset="-122"/>
                <a:ea typeface="华光大标宋_CNKI" panose="02000500000000000000" charset="-122"/>
                <a:cs typeface="华光大标宋_CNKI" panose="02000500000000000000" charset="-122"/>
              </a:rPr>
              <a:t>主题</a:t>
            </a:r>
            <a:r>
              <a:rPr lang="zh-CN" altLang="en-US" sz="5400" b="1" dirty="0">
                <a:solidFill>
                  <a:srgbClr val="C00000"/>
                </a:solidFill>
                <a:latin typeface="华光大标宋_CNKI" panose="02000500000000000000" charset="-122"/>
                <a:ea typeface="华光大标宋_CNKI" panose="02000500000000000000" charset="-122"/>
                <a:cs typeface="华光大标宋_CNKI" panose="02000500000000000000" charset="-122"/>
              </a:rPr>
              <a:t>党</a:t>
            </a:r>
            <a:r>
              <a:rPr lang="zh-CN" altLang="en-US" sz="5400" b="1" dirty="0" smtClean="0">
                <a:solidFill>
                  <a:srgbClr val="C00000"/>
                </a:solidFill>
                <a:latin typeface="华光大标宋_CNKI" panose="02000500000000000000" charset="-122"/>
                <a:ea typeface="华光大标宋_CNKI" panose="02000500000000000000" charset="-122"/>
                <a:cs typeface="华光大标宋_CNKI" panose="02000500000000000000" charset="-122"/>
              </a:rPr>
              <a:t>日</a:t>
            </a:r>
            <a:endParaRPr lang="zh-CN" altLang="en-US" sz="5400" b="1" dirty="0">
              <a:solidFill>
                <a:srgbClr val="C00000"/>
              </a:solidFill>
              <a:latin typeface="华光大标宋_CNKI" panose="02000500000000000000" charset="-122"/>
              <a:ea typeface="华光大标宋_CNKI" panose="02000500000000000000" charset="-122"/>
              <a:cs typeface="华光大标宋_CNKI" panose="020005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0506" y="2832735"/>
            <a:ext cx="11273194" cy="2767330"/>
          </a:xfrm>
        </p:spPr>
        <p:txBody>
          <a:bodyPr>
            <a:noAutofit/>
          </a:bodyPr>
          <a:lstStyle/>
          <a:p>
            <a:pPr algn="ctr"/>
            <a:r>
              <a:rPr lang="zh-CN" altLang="en-US" sz="7100" dirty="0">
                <a:solidFill>
                  <a:srgbClr val="FFFF00"/>
                </a:solidFill>
                <a:latin typeface="华文隶书" panose="02010800040101010101" charset="-122"/>
                <a:ea typeface="华文隶书" panose="02010800040101010101" charset="-122"/>
              </a:rPr>
              <a:t>计算机学院</a:t>
            </a:r>
            <a:r>
              <a:rPr lang="zh-CN" altLang="en-US" sz="7100" dirty="0" smtClean="0">
                <a:solidFill>
                  <a:srgbClr val="FFFF00"/>
                </a:solidFill>
                <a:latin typeface="华文隶书" panose="02010800040101010101" charset="-122"/>
                <a:ea typeface="华文隶书" panose="02010800040101010101" charset="-122"/>
              </a:rPr>
              <a:t>教工第二党支部</a:t>
            </a:r>
            <a:r>
              <a:rPr lang="zh-CN" altLang="en-US" sz="7100" dirty="0" smtClean="0">
                <a:solidFill>
                  <a:srgbClr val="FFFF00"/>
                </a:solidFill>
                <a:latin typeface="华文隶书" panose="02010800040101010101" charset="-122"/>
                <a:ea typeface="华文隶书" panose="02010800040101010101" charset="-122"/>
                <a:sym typeface="+mn-ea"/>
              </a:rPr>
              <a:t>委员会</a:t>
            </a:r>
            <a:r>
              <a:rPr lang="zh-CN" altLang="en-US" sz="7100" dirty="0">
                <a:solidFill>
                  <a:srgbClr val="FFFF00"/>
                </a:solidFill>
                <a:latin typeface="华文隶书" panose="02010800040101010101" charset="-122"/>
                <a:ea typeface="华文隶书" panose="02010800040101010101" charset="-122"/>
              </a:rPr>
              <a:t>会议</a:t>
            </a:r>
            <a:r>
              <a:rPr lang="en-US" altLang="zh-CN" sz="7100" dirty="0">
                <a:solidFill>
                  <a:srgbClr val="FFFF00"/>
                </a:solidFill>
                <a:latin typeface="华文隶书" panose="02010800040101010101" charset="-122"/>
                <a:ea typeface="华文隶书" panose="02010800040101010101" charset="-122"/>
              </a:rPr>
              <a:t>             </a:t>
            </a:r>
            <a:endParaRPr lang="en-US" altLang="zh-CN" dirty="0">
              <a:solidFill>
                <a:srgbClr val="FFFF00"/>
              </a:solidFill>
              <a:latin typeface="华文隶书" panose="02010800040101010101" charset="-122"/>
              <a:ea typeface="华文隶书" panose="02010800040101010101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mExYmY1M2MyZDlhMzQzZWQ0YzRiNGZjN2Q3MDU0N2MifQ=="/>
  <p:tag name="KSO_WPP_MARK_KEY" val="c8039fad-eb6c-4937-9de3-b46ca73eac6b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</Words>
  <Application>WPS 演示</Application>
  <PresentationFormat>宽屏</PresentationFormat>
  <Paragraphs>12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9" baseType="lpstr">
      <vt:lpstr>Arial</vt:lpstr>
      <vt:lpstr>宋体</vt:lpstr>
      <vt:lpstr>Wingdings</vt:lpstr>
      <vt:lpstr>黑体</vt:lpstr>
      <vt:lpstr>华光大标宋_CNKI</vt:lpstr>
      <vt:lpstr>华文隶书</vt:lpstr>
      <vt:lpstr>微软雅黑</vt:lpstr>
      <vt:lpstr>Arial Unicode MS</vt:lpstr>
      <vt:lpstr>Calibri</vt:lpstr>
      <vt:lpstr>华光大标宋_CNKI</vt:lpstr>
      <vt:lpstr>短视频字剪大标宋</vt:lpstr>
      <vt:lpstr>Office 主题</vt:lpstr>
      <vt:lpstr>计算机学院 教工第二党支部党员大会</vt:lpstr>
      <vt:lpstr>计算机学院 教工第二党支部党纪学习专题会议</vt:lpstr>
      <vt:lpstr>计算机学院  第二党支部党员大会</vt:lpstr>
      <vt:lpstr>计算机学院  第二党支部党员大会</vt:lpstr>
      <vt:lpstr>计算机学院第二党支部主题党日</vt:lpstr>
      <vt:lpstr>PowerPoint 演示文稿</vt:lpstr>
      <vt:lpstr>计算机学院教工第二党支部委员会会议            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计算机学院 教工第二党支部党员大会</dc:title>
  <dc:creator>Guanli</dc:creator>
  <cp:lastModifiedBy>马飞</cp:lastModifiedBy>
  <cp:revision>16</cp:revision>
  <dcterms:created xsi:type="dcterms:W3CDTF">2021-10-30T06:34:00Z</dcterms:created>
  <dcterms:modified xsi:type="dcterms:W3CDTF">2026-03-24T02:11:59Z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BE7BFCD414AF47ACA25B5C6CF556595F</vt:lpwstr>
  </property>
  <property fmtid="{D5CDD505-2E9C-101B-9397-08002B2CF9AE}" pid="3" name="KSOProductBuildVer">
    <vt:lpwstr>2052-12.1.0.25225</vt:lpwstr>
  </property>
</Properties>
</file>